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78" r:id="rId4"/>
    <p:sldId id="279" r:id="rId5"/>
    <p:sldId id="277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6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 /><Relationship Id="rId3" Type="http://schemas.openxmlformats.org/officeDocument/2006/relationships/slide" Target="slides/slide2.xml" /><Relationship Id="rId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ableStyles" Target="tableStyles.xml" /><Relationship Id="rId5" Type="http://schemas.openxmlformats.org/officeDocument/2006/relationships/slide" Target="slides/slide4.xml" /><Relationship Id="rId10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BEAE2FE0-BC84-568D-E894-3CCAE54C6D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141F71B1-282E-6041-4CCD-E9FD051FB4D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3ACD78F4-50E2-747D-5983-06E818BCB9F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9" name="Rectangle 5">
            <a:extLst>
              <a:ext uri="{FF2B5EF4-FFF2-40B4-BE49-F238E27FC236}">
                <a16:creationId xmlns:a16="http://schemas.microsoft.com/office/drawing/2014/main" id="{50549E11-4383-27EB-3586-F325621A1A5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510" name="Rectangle 6">
            <a:extLst>
              <a:ext uri="{FF2B5EF4-FFF2-40B4-BE49-F238E27FC236}">
                <a16:creationId xmlns:a16="http://schemas.microsoft.com/office/drawing/2014/main" id="{29544B2E-3E51-9392-24D9-FA69EFA9404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C72ED7CB-9D73-2D19-0A89-ED16B40098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2FDD787-DBBE-44A9-88D4-5C877416C97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02CC355-49C8-C843-B4A6-A97857EF00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94DD3E5-2C82-28CC-CFBA-46421D000A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544C3A-D860-6FD1-9175-E588753CFB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2842B3-E74F-4FA2-92ED-E894CBF715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24156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7594765-FB3E-F988-9A04-ABBAA058DB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712DA4-12D0-6051-23E2-7C7723B85E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523E563-BE4C-CD8B-052D-16A1BD2021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AA9DA7-2007-495E-9D6B-58718482F7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6918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8DF0048-99EB-B6AA-E7AD-485BCD0FBA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A0BCA6-D243-7D27-315D-6DE074D42F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8A325C0-B0A2-82A3-3895-D50EF72124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D101ED2-5166-42C0-97A9-662C1FB58A6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4424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8A0D1E-25FE-60B8-E9CF-3F64BCAAD3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E5EEAF-BF4C-B61E-4EF9-BC0D7DA168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516512-D6F5-AAC7-3989-5ECD1E2034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3706A3-3623-45DE-8426-C0356DBC65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7530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E82CC94-1F51-8540-6203-29CD0E7AEF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CC27FA0-F2ED-8A14-3753-F77BEC93D9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EF9958F-5199-47BB-9141-0EB5DD89C4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181A27-A2CD-4091-A4E1-936C5CEE94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82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BB1343D-2709-319B-9DF9-2162488A6C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90F3B8C-A4DC-1932-1CF2-CF968224816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78D4336-82E3-0DA6-2F3A-82E177F9B4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D877F4-B978-469C-9D4D-31F527AEC9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2607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9AE5B90-3949-52A9-CC39-6DF1D0259E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7537F62-FBAD-F1BE-68AF-52D29FD765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CEA7AE4-1CF4-9538-A18A-D9FAB1F332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E65D7F-9C87-4361-828C-A15265BC091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12973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4D7498-D932-0CD2-78A8-692C10B611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9DC1CF-D52D-9621-9BD4-E5BD703885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94BE8E-B496-9383-9B88-3E56437AD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D150B2-1968-4769-AB99-9B6B0B8E18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117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CC647F-C6B2-2002-5E7E-097F771DFE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F1ADBC-FCD6-86AE-88C6-B7C6C76FC4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CE19AB3-CCA0-2790-CA3E-FD85ADBC55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8C1520-7358-49B7-AC23-35CF68657C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0170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4428CAE-C3E9-35D0-B6E4-7869FCB3C8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C70511C-4839-87E2-6F43-E0972BA66D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19428D8-9BF7-F313-38A9-EA66FA0599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5B29E4-962F-4555-8059-4088C7F0A3C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6273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56BAB1B-D256-2D26-8E9A-941A3D9985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D8C681-B229-F407-4606-8275F8EC14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6F7B3F-4901-FF8C-353E-B7B5304804D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A5B10F-A6C9-450B-997F-D62786CFEA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4295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CFB23C4-0A93-80D7-9C7B-BCB4005791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CF6A8F3-17AA-D38C-9DD8-30D0B64020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2A69403-CDAF-EA1B-AB91-57AD8F6B5EA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1543FD-96D5-45E1-A7F5-6C8D8B1DA2C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52959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theme" Target="../theme/theme1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D10619-E93B-DCB2-4593-FB0AF7FA85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241D8F4-68BB-C134-02E8-5FE509448A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A3E5C70-9FBA-4DA2-B93B-A1A8CBBD75F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A265067-EE0A-7113-AD3F-C265818EA68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725890B-955E-AAD8-67D9-C81F93BEBFD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911A101-0A7B-494A-AB5D-AC5A05061E9D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icroarchitecture" TargetMode="External" /><Relationship Id="rId2" Type="http://schemas.openxmlformats.org/officeDocument/2006/relationships/hyperlink" Target="https://en.wikipedia.org/wiki/Instruction_set_architecture" TargetMode="External" /><Relationship Id="rId1" Type="http://schemas.openxmlformats.org/officeDocument/2006/relationships/slideLayout" Target="../slideLayouts/slideLayout2.xml" /><Relationship Id="rId4" Type="http://schemas.openxmlformats.org/officeDocument/2006/relationships/hyperlink" Target="https://en.wikipedia.org/wiki/Systems_design" TargetMode="Externa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C73010EF-24AF-884D-0320-B106F5955D9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solidFill>
                  <a:schemeClr val="accent2"/>
                </a:solidFill>
              </a:rPr>
              <a:t>Computer Architecture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581D305A-3CEE-B92A-A09F-44A1AD1519F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CSE-3521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4B173CA-185A-FF72-4EEA-A6E3AE909C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What is Computer Architecture?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DC04CB51-CE3A-408B-03AD-806CC02661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3000"/>
              <a:t>Computer Architecture is the theory behind the operational design of a computer system</a:t>
            </a:r>
          </a:p>
          <a:p>
            <a:pPr eaLnBrk="1" hangingPunct="1"/>
            <a:endParaRPr lang="en-US" altLang="en-US" sz="3000"/>
          </a:p>
          <a:p>
            <a:pPr eaLnBrk="1" hangingPunct="1"/>
            <a:r>
              <a:rPr lang="en-US" altLang="en-US" sz="3000"/>
              <a:t>This is a term which is applied to a vast array of computer disciplines ranging from low level instruction set and logic design, to higher level aspects of a computer’s design such as the memory subsystem and bus structure</a:t>
            </a:r>
          </a:p>
          <a:p>
            <a:pPr eaLnBrk="1" hangingPunct="1"/>
            <a:endParaRPr lang="en-US" altLang="en-US" sz="3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06B1A6D7-2B9E-27B7-E1FE-E191E05FE9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After Completion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C23B603F-09D0-B02B-1E54-25B786630A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Understand the secret of programming a computer in its native tongue,</a:t>
            </a:r>
          </a:p>
          <a:p>
            <a:pPr eaLnBrk="1" hangingPunct="1"/>
            <a:r>
              <a:rPr lang="en-US" altLang="en-US"/>
              <a:t>Internal organization of computers,</a:t>
            </a:r>
          </a:p>
          <a:p>
            <a:pPr eaLnBrk="1" hangingPunct="1"/>
            <a:r>
              <a:rPr lang="en-US" altLang="en-US"/>
              <a:t>How it affects performance of your programs</a:t>
            </a:r>
          </a:p>
          <a:p>
            <a:pPr eaLnBrk="1" hangingPunct="1"/>
            <a:r>
              <a:rPr lang="en-US" altLang="en-US"/>
              <a:t>How you could go about designing a computer.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49CA8386-1E6B-3B29-21AA-7D2406409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5123" name="Content Placeholder 2">
            <a:extLst>
              <a:ext uri="{FF2B5EF4-FFF2-40B4-BE49-F238E27FC236}">
                <a16:creationId xmlns:a16="http://schemas.microsoft.com/office/drawing/2014/main" id="{13D53B68-A18E-F87C-9C0B-90820062B4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The discipline of computer architecture has three main subcategories:</a:t>
            </a:r>
          </a:p>
          <a:p>
            <a:r>
              <a:rPr lang="en-US" altLang="en-US" sz="2000" b="1">
                <a:hlinkClick r:id="rId2" tooltip="Instruction set architecture"/>
              </a:rPr>
              <a:t>Instruction set architecture</a:t>
            </a:r>
            <a:r>
              <a:rPr lang="en-US" altLang="en-US" sz="2000"/>
              <a:t> (ISA): defines the machine code that a processor reads and acts upon as well as the word size, memory address modes, processor registers, and data type.</a:t>
            </a:r>
          </a:p>
          <a:p>
            <a:r>
              <a:rPr lang="en-US" altLang="en-US" sz="2000" b="1">
                <a:hlinkClick r:id="rId3" tooltip="Microarchitecture"/>
              </a:rPr>
              <a:t>Microarchitecture</a:t>
            </a:r>
            <a:r>
              <a:rPr lang="en-US" altLang="en-US" sz="2000"/>
              <a:t>: also known as "computer organization", this describes how a particular processor will implement the ISA. The size of a computer's CPU cache for instance, is an issue that generally has nothing to do with the ISA.</a:t>
            </a:r>
          </a:p>
          <a:p>
            <a:r>
              <a:rPr lang="en-US" altLang="en-US" sz="2000" b="1">
                <a:hlinkClick r:id="rId4" tooltip="Systems design"/>
              </a:rPr>
              <a:t>Systems design</a:t>
            </a:r>
            <a:r>
              <a:rPr lang="en-US" altLang="en-US" sz="2000"/>
              <a:t>: includes all of the other hardware components within a computing system, such as data processing other than the CPU (e.g., direct memory access), virtualization, and multiprocessing</a:t>
            </a:r>
          </a:p>
          <a:p>
            <a:endParaRPr lang="en-US" alt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6F97BA3-F918-D2F9-C947-5EA6184767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819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6000" b="1">
                <a:solidFill>
                  <a:schemeClr val="accent2"/>
                </a:solidFill>
              </a:rPr>
              <a:t>Thank You !!!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1049</TotalTime>
  <Words>112</Words>
  <Application>Microsoft Office PowerPoint</Application>
  <PresentationFormat>On-screen Show (4:3)</PresentationFormat>
  <Paragraphs>16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Default Design</vt:lpstr>
      <vt:lpstr>Computer Architecture</vt:lpstr>
      <vt:lpstr>What is Computer Architecture?</vt:lpstr>
      <vt:lpstr>After Completion</vt:lpstr>
      <vt:lpstr>PowerPoint Presentation</vt:lpstr>
      <vt:lpstr>Thank You !!!</vt:lpstr>
    </vt:vector>
  </TitlesOfParts>
  <Company>CUET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</dc:title>
  <dc:creator>Ashfak </dc:creator>
  <cp:lastModifiedBy>ssharmin114@gmail.com</cp:lastModifiedBy>
  <cp:revision>118</cp:revision>
  <dcterms:created xsi:type="dcterms:W3CDTF">2007-12-05T14:27:06Z</dcterms:created>
  <dcterms:modified xsi:type="dcterms:W3CDTF">2024-01-12T18:25:15Z</dcterms:modified>
</cp:coreProperties>
</file>